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86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65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07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1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1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30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02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0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12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12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4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8A4E8-F8FF-4D14-98AB-AC0ED73D6626}" type="datetimeFigureOut">
              <a:rPr lang="en-IN" smtClean="0"/>
              <a:t>6/14/2019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760FF-3CAF-4A6B-AB81-8712363D4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6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Original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8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Original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Original</dc:title>
  <dc:creator>Prashant Sharma</dc:creator>
  <cp:lastModifiedBy>Prashant Sharma</cp:lastModifiedBy>
  <cp:revision>1</cp:revision>
  <dcterms:created xsi:type="dcterms:W3CDTF">2019-06-14T06:23:18Z</dcterms:created>
  <dcterms:modified xsi:type="dcterms:W3CDTF">2019-06-14T06:23:41Z</dcterms:modified>
</cp:coreProperties>
</file>